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GENRE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Non-Fiction — and why
this corner of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Non-fiction is dominated by self-help, business, and biographies — that's what algorithms push.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Left-wing thought, critical theory, and postcolonial studies form a rich intellectual tradition that gets almost no mainstream visibility.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Navigating this niche is genuinely hard: overlapping topics, thousands of authors, no clear entry points.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Capitalism, decolonisation, race, labour, feminist theory — these conversations matter, but the books are hard to find.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I wanted to build something that treats this genre seriously, not as a footnote.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does a recommender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Nobody has time to browse 3,000 books.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Goodreads doesn't know this niche.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Amazon optimises for bestsellers, not theory.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Google gives you Wikipedia, not the next book to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New to the genre? Hard to know where to start.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Already deep in it? Hard to know what comes next.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Topic overlap is massive — postcolonial theory, Marxism, feminist theory, critical race theory all intersect.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 recommender connects the dots for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828800"/>
            <a:ext cx="36576" cy="438912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5D78E"/>
                </a:solidFill>
              </a:rPr>
              <a:t>→  The recommender saves time, surfaces the unexpected, and helps readers navigate a dense and rewarding genre.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Where the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5F0E8"/>
                </a:solidFill>
              </a:rPr>
              <a:t>  •  Open Library API (openlibrary.org/search.json) — queried author-by-author across 39 curated thinkers; up to 50 results each → ~1,316 records.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Goodreads scraping — curl + BeautifulSoup; paginated search results, up to 10 pages per author → ~5,487 raw records.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Description enrichment — each Goodreads book page was visited individually to fetch the full synopsis; progress saved every 50 books for resilience.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Authors span: Black American thought, African/Caribbean theory, Latin American thinkers, feminist &amp; queer theory, contemporary left (Chomsky, Klein, Graeber…).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5F0E8"/>
                </a:solidFill>
              </a:rPr>
              <a:t>  •  Stripped whitespace; standardised author name casing.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Dropped rows missing title, author, or description (1,314 books had no synopsis and were removed).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Language detection with langdetect — kept English only; 1,211 non-English books removed.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Deduplication on title + author.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Final dataset: 2,960 books with titles, authors, and full descriptions.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5D78E"/>
                </a:solidFill>
              </a:rPr>
              <a:t>39 authors  ·  2 sources  ·  ~6,800 raw records  →  2,960 final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How the recommender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~3,034 books scraped from APIs and the web.
Titles, authors, descriptions, publication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Deduplication, missing-value handling,
normalising formats across sources.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8616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Vectorise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TF-IDF on titles + descriptions.
Converts text into numerical vectors.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1464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Cosine similarity between query vector
and every book in the index.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4312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Top-N results ranked by similarity,
deployed as a Streamlit web app.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content-based filtering?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The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Content-based filtering — recommends based on what a book is about, not on what other users clicked.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Each book is turned into a vector of weighted terms (TF-IDF). The query is vectorised the same way.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Cosine similarity measures the angle between vectors — it captures topical overlap regardless of book length.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Returns the top-N closest books in the vector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Why not collaborative filtering?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Collaborative filtering needs user ratings and interaction history — we have neither.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This niche is too small for meaningful user-behaviour data.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TF-IDF is interpretable: you can see exactly which terms drove a recommendation.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EDA used KMeans clustering (k=5) + PCA to validate that the books naturally group into coherent topic clusters — confirming the vector space is meaningful.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What the process actually looked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Hit API rate limits repeatedly — had to slow down and batch requests.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Scraped two sources and merged them, with lots of duplicate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Inconsistent author names, missing descriptions, broken years.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Manually reviewed edge cases — some 'books' were study guides or Wikipedia dumps.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Building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TF-IDF is simple but surprisingly effective for text matching.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Tuning what to include in the vectoriser (title only vs title + description) made a big difference.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6052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70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The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Connecting the recommender to Streamlit was smooth.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Cover images from Open Library added life to the results — but not all books have covers.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Who it's for —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The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Readers who already know they want 'something like Naomi Klein'.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Students and researchers navigating critical theory for the first time.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Activists and organisers looking for reading lists.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Anyone who's frustrated that Goodreads keeps recommending the same 10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Why it's valuable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Saves hours of browsing and searching.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Surfaces authors you'd never find on your own.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Works by topic, author, or free-text keyword — flexible for different needs.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Brings a marginalised genre into the same UX quality as mainstream recommenders.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Free, open, and accessible in the browser — no account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What was hard — and 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Scraping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APIs imposed rate limits — every source had to be batched and throttled.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Scraping ~3,000 books took significantly longer than expected.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Two sources had different formats; merging them cleanly required careful alignment.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Dirty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Author names had dozens of variants for the same person.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Descriptions were missing for a large portion of titles.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Some entries weren't books at all — study guides, Wikipedia articles, duplicates.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Choosing what to vectorise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Title-only vectorisation was too shallow; descriptions added crucial context.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Stop-word removal and n-gram tuning had a noticeable impact on result quality.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No ground-truth labels — evaluation was manual and subjective.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1480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24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Cover images &amp;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1772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Not all books exist in Open Library — missing covers needed a graceful fallback.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Goodreads links depended on Open Library keys being in the right format.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Live API calls in Streamlit required caching to avoid slow load times.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8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DIFFICULTIES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0E8"/>
                </a:solidFill>
              </a:rPr>
              <a:t>What was specifically hard
about this genre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Genre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5F0E8"/>
                </a:solidFill>
              </a:rPr>
              <a:t>  •  Language barrier: thinkers like Mbembe, Fanon, and Césaire write primarily in French or Portuguese — langdetect removed 1,211 books, often the most important ones.</a:t>
            </a:r>
          </a:p>
          <a:p>
            <a:pPr algn="l"/>
            <a:r>
              <a:rPr sz="1500">
                <a:solidFill>
                  <a:srgbClr val="F5F0E8"/>
                </a:solidFill>
              </a:rPr>
              <a:t>  •  Some key authors returned zero API results (W.E.B. Du Bois, Saidiya Hartman, C.L.R. James) — likely due to name-format mismatches in Open Library.</a:t>
            </a:r>
          </a:p>
          <a:p>
            <a:pPr algn="l"/>
            <a:r>
              <a:rPr sz="1500">
                <a:solidFill>
                  <a:srgbClr val="F5F0E8"/>
                </a:solidFill>
              </a:rPr>
              <a:t>  •  The subjects column was 100% null in Goodreads data — no topic tags to use as a fallback signal.</a:t>
            </a:r>
          </a:p>
          <a:p>
            <a:pPr algn="l"/>
            <a:r>
              <a:rPr sz="1500">
                <a:solidFill>
                  <a:srgbClr val="F5F0E8"/>
                </a:solidFill>
              </a:rPr>
              <a:t>  •  Curating 39 authors is itself a subjective decision: who gets included shapes what the recommender can and cannot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Pipeline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5F0E8"/>
                </a:solidFill>
              </a:rPr>
              <a:t>  •  Description enrichment: 1,314 of 5,487 books had no synopsis — each required an individual Goodreads page visit, with progress saved every 50 books to survive crashes.</a:t>
            </a:r>
          </a:p>
          <a:p>
            <a:pPr algn="l"/>
            <a:r>
              <a:rPr sz="1500">
                <a:solidFill>
                  <a:srgbClr val="F5F0E8"/>
                </a:solidFill>
              </a:rPr>
              <a:t>  •  Merging two sources with incompatible key formats: Open Library uses /works/OL… identifiers; Goodreads uses /book/show/… paths — cross-linking them required careful parsing.</a:t>
            </a:r>
          </a:p>
          <a:p>
            <a:pPr algn="l"/>
            <a:r>
              <a:rPr sz="1500">
                <a:solidFill>
                  <a:srgbClr val="F5F0E8"/>
                </a:solidFill>
              </a:rPr>
              <a:t>  •  No ground truth: TF-IDF is unsupervised and quality evaluation was entirely manual — hard to know whether tuning ngram range or max_features actually improved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36576" cy="466344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0E8"/>
                </a:solidFill>
              </a:rPr>
              <a:t>What this project taught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201168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D78E"/>
                </a:solidFill>
              </a:rPr>
              <a:t>Vectorisation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8"/>
                </a:solidFill>
              </a:rPr>
              <a:t>Including title + author + description in TF-IDF outperformed title alone significantly. Bigrams (ngram_range=(1,2)) captured compound terms like "racial capitalism" and "critical theory" that unigrams miss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94960" cy="201168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D78E"/>
                </a:solidFill>
              </a:rPr>
              <a:t>Scraping needs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9631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8"/>
                </a:solidFill>
              </a:rPr>
              <a:t>At scale, crashes and rate limits are inevitable. Saving progress every 50 books and throttling requests turned a fragile script into a reliable pipeline. Patience is a data engineering skill.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51960"/>
            <a:ext cx="5394960" cy="201168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D78E"/>
                </a:solidFill>
              </a:rPr>
              <a:t>Curation is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231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8"/>
                </a:solidFill>
              </a:rPr>
              <a:t>Choosing which 39 authors to include shapes what the recommender can surface as much as the algorithm does. Exclusions are invisible — but they define the edges of the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251960"/>
            <a:ext cx="5394960" cy="201168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36168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D78E"/>
                </a:solidFill>
              </a:rPr>
              <a:t>Simple works in a focused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82312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8"/>
                </a:solidFill>
              </a:rPr>
              <a:t>TF-IDF + cosine similarity is decades-old technology, but it produces genuinely useful recommendations when the data is clean and the domain is well-scoped. Complexity isn't always the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